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512050" cy="9737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50" d="100"/>
          <a:sy n="150" d="100"/>
        </p:scale>
        <p:origin x="-204" y="-6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404" y="1593652"/>
            <a:ext cx="6385243" cy="3390171"/>
          </a:xfrm>
        </p:spPr>
        <p:txBody>
          <a:bodyPr anchor="b"/>
          <a:lstStyle>
            <a:lvl1pPr algn="ctr">
              <a:defRPr sz="4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006" y="5114560"/>
            <a:ext cx="5634038" cy="2351029"/>
          </a:xfrm>
        </p:spPr>
        <p:txBody>
          <a:bodyPr/>
          <a:lstStyle>
            <a:lvl1pPr marL="0" indent="0" algn="ctr">
              <a:buNone/>
              <a:defRPr sz="1972"/>
            </a:lvl1pPr>
            <a:lvl2pPr marL="375590" indent="0" algn="ctr">
              <a:buNone/>
              <a:defRPr sz="1643"/>
            </a:lvl2pPr>
            <a:lvl3pPr marL="751180" indent="0" algn="ctr">
              <a:buNone/>
              <a:defRPr sz="1479"/>
            </a:lvl3pPr>
            <a:lvl4pPr marL="1126769" indent="0" algn="ctr">
              <a:buNone/>
              <a:defRPr sz="1314"/>
            </a:lvl4pPr>
            <a:lvl5pPr marL="1502359" indent="0" algn="ctr">
              <a:buNone/>
              <a:defRPr sz="1314"/>
            </a:lvl5pPr>
            <a:lvl6pPr marL="1877949" indent="0" algn="ctr">
              <a:buNone/>
              <a:defRPr sz="1314"/>
            </a:lvl6pPr>
            <a:lvl7pPr marL="2253539" indent="0" algn="ctr">
              <a:buNone/>
              <a:defRPr sz="1314"/>
            </a:lvl7pPr>
            <a:lvl8pPr marL="2629129" indent="0" algn="ctr">
              <a:buNone/>
              <a:defRPr sz="1314"/>
            </a:lvl8pPr>
            <a:lvl9pPr marL="3004718" indent="0" algn="ctr">
              <a:buNone/>
              <a:defRPr sz="131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5829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969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541" y="2427672"/>
            <a:ext cx="6479143" cy="4050622"/>
          </a:xfrm>
        </p:spPr>
        <p:txBody>
          <a:bodyPr anchor="b"/>
          <a:lstStyle>
            <a:lvl1pPr>
              <a:defRPr sz="4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41" y="6516614"/>
            <a:ext cx="6479143" cy="2130127"/>
          </a:xfrm>
        </p:spPr>
        <p:txBody>
          <a:bodyPr/>
          <a:lstStyle>
            <a:lvl1pPr marL="0" indent="0">
              <a:buNone/>
              <a:defRPr sz="1972">
                <a:solidFill>
                  <a:schemeClr val="tx1"/>
                </a:solidFill>
              </a:defRPr>
            </a:lvl1pPr>
            <a:lvl2pPr marL="375590" indent="0">
              <a:buNone/>
              <a:defRPr sz="1643">
                <a:solidFill>
                  <a:schemeClr val="tx1">
                    <a:tint val="75000"/>
                  </a:schemeClr>
                </a:solidFill>
              </a:defRPr>
            </a:lvl2pPr>
            <a:lvl3pPr marL="751180" indent="0">
              <a:buNone/>
              <a:defRPr sz="1479">
                <a:solidFill>
                  <a:schemeClr val="tx1">
                    <a:tint val="75000"/>
                  </a:schemeClr>
                </a:solidFill>
              </a:defRPr>
            </a:lvl3pPr>
            <a:lvl4pPr marL="1126769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4pPr>
            <a:lvl5pPr marL="1502359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5pPr>
            <a:lvl6pPr marL="1877949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6pPr>
            <a:lvl7pPr marL="2253539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7pPr>
            <a:lvl8pPr marL="2629129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8pPr>
            <a:lvl9pPr marL="3004718" indent="0">
              <a:buNone/>
              <a:defRPr sz="131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323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454" y="2592218"/>
            <a:ext cx="3192621" cy="61784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2975" y="2592218"/>
            <a:ext cx="3192621" cy="61784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4115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518446"/>
            <a:ext cx="6479143" cy="1882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33" y="2387096"/>
            <a:ext cx="3177949" cy="1169879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590" indent="0">
              <a:buNone/>
              <a:defRPr sz="1643" b="1"/>
            </a:lvl2pPr>
            <a:lvl3pPr marL="751180" indent="0">
              <a:buNone/>
              <a:defRPr sz="1479" b="1"/>
            </a:lvl3pPr>
            <a:lvl4pPr marL="1126769" indent="0">
              <a:buNone/>
              <a:defRPr sz="1314" b="1"/>
            </a:lvl4pPr>
            <a:lvl5pPr marL="1502359" indent="0">
              <a:buNone/>
              <a:defRPr sz="1314" b="1"/>
            </a:lvl5pPr>
            <a:lvl6pPr marL="1877949" indent="0">
              <a:buNone/>
              <a:defRPr sz="1314" b="1"/>
            </a:lvl6pPr>
            <a:lvl7pPr marL="2253539" indent="0">
              <a:buNone/>
              <a:defRPr sz="1314" b="1"/>
            </a:lvl7pPr>
            <a:lvl8pPr marL="2629129" indent="0">
              <a:buNone/>
              <a:defRPr sz="1314" b="1"/>
            </a:lvl8pPr>
            <a:lvl9pPr marL="3004718" indent="0">
              <a:buNone/>
              <a:defRPr sz="131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433" y="3556974"/>
            <a:ext cx="3177949" cy="523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2976" y="2387096"/>
            <a:ext cx="3193600" cy="1169879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590" indent="0">
              <a:buNone/>
              <a:defRPr sz="1643" b="1"/>
            </a:lvl2pPr>
            <a:lvl3pPr marL="751180" indent="0">
              <a:buNone/>
              <a:defRPr sz="1479" b="1"/>
            </a:lvl3pPr>
            <a:lvl4pPr marL="1126769" indent="0">
              <a:buNone/>
              <a:defRPr sz="1314" b="1"/>
            </a:lvl4pPr>
            <a:lvl5pPr marL="1502359" indent="0">
              <a:buNone/>
              <a:defRPr sz="1314" b="1"/>
            </a:lvl5pPr>
            <a:lvl6pPr marL="1877949" indent="0">
              <a:buNone/>
              <a:defRPr sz="1314" b="1"/>
            </a:lvl6pPr>
            <a:lvl7pPr marL="2253539" indent="0">
              <a:buNone/>
              <a:defRPr sz="1314" b="1"/>
            </a:lvl7pPr>
            <a:lvl8pPr marL="2629129" indent="0">
              <a:buNone/>
              <a:defRPr sz="1314" b="1"/>
            </a:lvl8pPr>
            <a:lvl9pPr marL="3004718" indent="0">
              <a:buNone/>
              <a:defRPr sz="131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2976" y="3556974"/>
            <a:ext cx="3193600" cy="523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144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632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88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649182"/>
            <a:ext cx="2422832" cy="2272136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600" y="1402054"/>
            <a:ext cx="3802975" cy="6920096"/>
          </a:xfrm>
        </p:spPr>
        <p:txBody>
          <a:bodyPr/>
          <a:lstStyle>
            <a:lvl1pPr>
              <a:defRPr sz="2629"/>
            </a:lvl1pPr>
            <a:lvl2pPr>
              <a:defRPr sz="2300"/>
            </a:lvl2pPr>
            <a:lvl3pPr>
              <a:defRPr sz="1972"/>
            </a:lvl3pPr>
            <a:lvl4pPr>
              <a:defRPr sz="1643"/>
            </a:lvl4pPr>
            <a:lvl5pPr>
              <a:defRPr sz="1643"/>
            </a:lvl5pPr>
            <a:lvl6pPr>
              <a:defRPr sz="1643"/>
            </a:lvl6pPr>
            <a:lvl7pPr>
              <a:defRPr sz="1643"/>
            </a:lvl7pPr>
            <a:lvl8pPr>
              <a:defRPr sz="1643"/>
            </a:lvl8pPr>
            <a:lvl9pPr>
              <a:defRPr sz="16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2" y="2921318"/>
            <a:ext cx="2422832" cy="5412102"/>
          </a:xfrm>
        </p:spPr>
        <p:txBody>
          <a:bodyPr/>
          <a:lstStyle>
            <a:lvl1pPr marL="0" indent="0">
              <a:buNone/>
              <a:defRPr sz="1314"/>
            </a:lvl1pPr>
            <a:lvl2pPr marL="375590" indent="0">
              <a:buNone/>
              <a:defRPr sz="1150"/>
            </a:lvl2pPr>
            <a:lvl3pPr marL="751180" indent="0">
              <a:buNone/>
              <a:defRPr sz="986"/>
            </a:lvl3pPr>
            <a:lvl4pPr marL="1126769" indent="0">
              <a:buNone/>
              <a:defRPr sz="822"/>
            </a:lvl4pPr>
            <a:lvl5pPr marL="1502359" indent="0">
              <a:buNone/>
              <a:defRPr sz="822"/>
            </a:lvl5pPr>
            <a:lvl6pPr marL="1877949" indent="0">
              <a:buNone/>
              <a:defRPr sz="822"/>
            </a:lvl6pPr>
            <a:lvl7pPr marL="2253539" indent="0">
              <a:buNone/>
              <a:defRPr sz="822"/>
            </a:lvl7pPr>
            <a:lvl8pPr marL="2629129" indent="0">
              <a:buNone/>
              <a:defRPr sz="822"/>
            </a:lvl8pPr>
            <a:lvl9pPr marL="3004718" indent="0">
              <a:buNone/>
              <a:defRPr sz="8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058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649182"/>
            <a:ext cx="2422832" cy="2272136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3600" y="1402054"/>
            <a:ext cx="3802975" cy="6920096"/>
          </a:xfrm>
        </p:spPr>
        <p:txBody>
          <a:bodyPr anchor="t"/>
          <a:lstStyle>
            <a:lvl1pPr marL="0" indent="0">
              <a:buNone/>
              <a:defRPr sz="2629"/>
            </a:lvl1pPr>
            <a:lvl2pPr marL="375590" indent="0">
              <a:buNone/>
              <a:defRPr sz="2300"/>
            </a:lvl2pPr>
            <a:lvl3pPr marL="751180" indent="0">
              <a:buNone/>
              <a:defRPr sz="1972"/>
            </a:lvl3pPr>
            <a:lvl4pPr marL="1126769" indent="0">
              <a:buNone/>
              <a:defRPr sz="1643"/>
            </a:lvl4pPr>
            <a:lvl5pPr marL="1502359" indent="0">
              <a:buNone/>
              <a:defRPr sz="1643"/>
            </a:lvl5pPr>
            <a:lvl6pPr marL="1877949" indent="0">
              <a:buNone/>
              <a:defRPr sz="1643"/>
            </a:lvl6pPr>
            <a:lvl7pPr marL="2253539" indent="0">
              <a:buNone/>
              <a:defRPr sz="1643"/>
            </a:lvl7pPr>
            <a:lvl8pPr marL="2629129" indent="0">
              <a:buNone/>
              <a:defRPr sz="1643"/>
            </a:lvl8pPr>
            <a:lvl9pPr marL="3004718" indent="0">
              <a:buNone/>
              <a:defRPr sz="164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2" y="2921318"/>
            <a:ext cx="2422832" cy="5412102"/>
          </a:xfrm>
        </p:spPr>
        <p:txBody>
          <a:bodyPr/>
          <a:lstStyle>
            <a:lvl1pPr marL="0" indent="0">
              <a:buNone/>
              <a:defRPr sz="1314"/>
            </a:lvl1pPr>
            <a:lvl2pPr marL="375590" indent="0">
              <a:buNone/>
              <a:defRPr sz="1150"/>
            </a:lvl2pPr>
            <a:lvl3pPr marL="751180" indent="0">
              <a:buNone/>
              <a:defRPr sz="986"/>
            </a:lvl3pPr>
            <a:lvl4pPr marL="1126769" indent="0">
              <a:buNone/>
              <a:defRPr sz="822"/>
            </a:lvl4pPr>
            <a:lvl5pPr marL="1502359" indent="0">
              <a:buNone/>
              <a:defRPr sz="822"/>
            </a:lvl5pPr>
            <a:lvl6pPr marL="1877949" indent="0">
              <a:buNone/>
              <a:defRPr sz="822"/>
            </a:lvl6pPr>
            <a:lvl7pPr marL="2253539" indent="0">
              <a:buNone/>
              <a:defRPr sz="822"/>
            </a:lvl7pPr>
            <a:lvl8pPr marL="2629129" indent="0">
              <a:buNone/>
              <a:defRPr sz="822"/>
            </a:lvl8pPr>
            <a:lvl9pPr marL="3004718" indent="0">
              <a:buNone/>
              <a:defRPr sz="8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77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900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5811" y="518444"/>
            <a:ext cx="1619786" cy="82522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454" y="518444"/>
            <a:ext cx="4765457" cy="82522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444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454" y="518446"/>
            <a:ext cx="6479143" cy="1882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54" y="2592218"/>
            <a:ext cx="6479143" cy="6178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54" y="9025430"/>
            <a:ext cx="1690211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33630-1B3C-43BA-99DF-6CAD13EF66A0}" type="datetimeFigureOut">
              <a:rPr lang="en-ID" smtClean="0"/>
              <a:t>15/07/2026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367" y="9025430"/>
            <a:ext cx="2535317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5385" y="9025430"/>
            <a:ext cx="1690211" cy="518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6AB82-F66E-4285-92E3-FEB29744C64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586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1180" rtl="0" eaLnBrk="1" latinLnBrk="0" hangingPunct="1">
        <a:lnSpc>
          <a:spcPct val="90000"/>
        </a:lnSpc>
        <a:spcBef>
          <a:spcPct val="0"/>
        </a:spcBef>
        <a:buNone/>
        <a:defRPr sz="36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795" indent="-187795" algn="l" defTabSz="751180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63385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972" kern="1200">
          <a:solidFill>
            <a:schemeClr val="tx1"/>
          </a:solidFill>
          <a:latin typeface="+mn-lt"/>
          <a:ea typeface="+mn-ea"/>
          <a:cs typeface="+mn-cs"/>
        </a:defRPr>
      </a:lvl2pPr>
      <a:lvl3pPr marL="938975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643" kern="1200">
          <a:solidFill>
            <a:schemeClr val="tx1"/>
          </a:solidFill>
          <a:latin typeface="+mn-lt"/>
          <a:ea typeface="+mn-ea"/>
          <a:cs typeface="+mn-cs"/>
        </a:defRPr>
      </a:lvl3pPr>
      <a:lvl4pPr marL="1314564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690154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2065744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441334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816924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192513" indent="-187795" algn="l" defTabSz="751180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1pPr>
      <a:lvl2pPr marL="375590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2pPr>
      <a:lvl3pPr marL="751180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3pPr>
      <a:lvl4pPr marL="1126769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502359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1877949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253539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629129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004718" algn="l" defTabSz="751180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11FDCB5-A6BF-3FAD-2635-B7FFAD1949D9}"/>
              </a:ext>
            </a:extLst>
          </p:cNvPr>
          <p:cNvSpPr/>
          <p:nvPr/>
        </p:nvSpPr>
        <p:spPr>
          <a:xfrm>
            <a:off x="2530085" y="937023"/>
            <a:ext cx="2194688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Qubit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96D0CB1-6350-C5D4-EE1C-AB483D6BCEB4}"/>
              </a:ext>
            </a:extLst>
          </p:cNvPr>
          <p:cNvSpPr/>
          <p:nvPr/>
        </p:nvSpPr>
        <p:spPr>
          <a:xfrm>
            <a:off x="2988801" y="344763"/>
            <a:ext cx="1276350" cy="35197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Mulai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4EF9017-60EC-4559-C788-9F79DB4D9A63}"/>
              </a:ext>
            </a:extLst>
          </p:cNvPr>
          <p:cNvSpPr/>
          <p:nvPr/>
        </p:nvSpPr>
        <p:spPr>
          <a:xfrm>
            <a:off x="3002561" y="8689022"/>
            <a:ext cx="1276351" cy="351971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Selesai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6672653-9E6E-97F8-3C38-8E79D49A19AB}"/>
              </a:ext>
            </a:extLst>
          </p:cNvPr>
          <p:cNvCxnSpPr>
            <a:cxnSpLocks/>
            <a:stCxn id="43" idx="2"/>
            <a:endCxn id="42" idx="0"/>
          </p:cNvCxnSpPr>
          <p:nvPr/>
        </p:nvCxnSpPr>
        <p:spPr>
          <a:xfrm>
            <a:off x="3626977" y="696732"/>
            <a:ext cx="451" cy="2402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F4E4D0-CF46-460E-8266-342F37AE2A6A}"/>
              </a:ext>
            </a:extLst>
          </p:cNvPr>
          <p:cNvCxnSpPr>
            <a:stCxn id="42" idx="1"/>
          </p:cNvCxnSpPr>
          <p:nvPr/>
        </p:nvCxnSpPr>
        <p:spPr>
          <a:xfrm flipH="1" flipV="1">
            <a:off x="1419225" y="1174854"/>
            <a:ext cx="1110860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9E43059-26C3-45B2-A07B-6AFA92067F03}"/>
              </a:ext>
            </a:extLst>
          </p:cNvPr>
          <p:cNvCxnSpPr/>
          <p:nvPr/>
        </p:nvCxnSpPr>
        <p:spPr>
          <a:xfrm flipH="1" flipV="1">
            <a:off x="4733925" y="1184379"/>
            <a:ext cx="1110860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1780C1-1715-40E9-8A93-CAFDA6D32FC8}"/>
              </a:ext>
            </a:extLst>
          </p:cNvPr>
          <p:cNvCxnSpPr>
            <a:cxnSpLocks/>
          </p:cNvCxnSpPr>
          <p:nvPr/>
        </p:nvCxnSpPr>
        <p:spPr>
          <a:xfrm flipH="1">
            <a:off x="1417568" y="1174854"/>
            <a:ext cx="1657" cy="661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A493144-2459-4215-A101-95E00D563076}"/>
              </a:ext>
            </a:extLst>
          </p:cNvPr>
          <p:cNvCxnSpPr>
            <a:cxnSpLocks/>
            <a:endCxn id="80" idx="0"/>
          </p:cNvCxnSpPr>
          <p:nvPr/>
        </p:nvCxnSpPr>
        <p:spPr>
          <a:xfrm flipH="1">
            <a:off x="5846256" y="1174854"/>
            <a:ext cx="2096" cy="6582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F4F78EE4-1354-407E-9B08-DB05389F3BF8}"/>
              </a:ext>
            </a:extLst>
          </p:cNvPr>
          <p:cNvSpPr/>
          <p:nvPr/>
        </p:nvSpPr>
        <p:spPr>
          <a:xfrm>
            <a:off x="5036444" y="1833084"/>
            <a:ext cx="1619623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Matriks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Kerapatan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8D2A164-0D89-4912-8021-2683DC0DBE54}"/>
              </a:ext>
            </a:extLst>
          </p:cNvPr>
          <p:cNvSpPr/>
          <p:nvPr/>
        </p:nvSpPr>
        <p:spPr>
          <a:xfrm>
            <a:off x="574419" y="1836420"/>
            <a:ext cx="1686297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Keterbelitan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097DC8-31F5-4F42-AE01-485507FF1C32}"/>
              </a:ext>
            </a:extLst>
          </p:cNvPr>
          <p:cNvCxnSpPr>
            <a:cxnSpLocks/>
          </p:cNvCxnSpPr>
          <p:nvPr/>
        </p:nvCxnSpPr>
        <p:spPr>
          <a:xfrm>
            <a:off x="1409967" y="2299992"/>
            <a:ext cx="7601" cy="15134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9F4E09D-F71A-4BF8-930C-F888863F83B7}"/>
              </a:ext>
            </a:extLst>
          </p:cNvPr>
          <p:cNvCxnSpPr>
            <a:cxnSpLocks/>
          </p:cNvCxnSpPr>
          <p:nvPr/>
        </p:nvCxnSpPr>
        <p:spPr>
          <a:xfrm flipH="1">
            <a:off x="5850888" y="2312082"/>
            <a:ext cx="5760" cy="15014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A4523F6-9EA3-4168-B507-2885BD35F351}"/>
              </a:ext>
            </a:extLst>
          </p:cNvPr>
          <p:cNvCxnSpPr>
            <a:cxnSpLocks/>
          </p:cNvCxnSpPr>
          <p:nvPr/>
        </p:nvCxnSpPr>
        <p:spPr>
          <a:xfrm flipV="1">
            <a:off x="1409967" y="3801279"/>
            <a:ext cx="4452935" cy="122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DABDBE3-9AA0-4F14-A664-0B4F29495FD4}"/>
              </a:ext>
            </a:extLst>
          </p:cNvPr>
          <p:cNvCxnSpPr/>
          <p:nvPr/>
        </p:nvCxnSpPr>
        <p:spPr>
          <a:xfrm>
            <a:off x="1437343" y="3964289"/>
            <a:ext cx="44255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04724A3-62CE-41CE-9214-534CA0844268}"/>
              </a:ext>
            </a:extLst>
          </p:cNvPr>
          <p:cNvCxnSpPr>
            <a:cxnSpLocks/>
            <a:endCxn id="96" idx="0"/>
          </p:cNvCxnSpPr>
          <p:nvPr/>
        </p:nvCxnSpPr>
        <p:spPr>
          <a:xfrm flipH="1">
            <a:off x="1437343" y="3949677"/>
            <a:ext cx="2" cy="360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61C2351-E455-476D-9FB6-3C218C9EE2C5}"/>
              </a:ext>
            </a:extLst>
          </p:cNvPr>
          <p:cNvCxnSpPr>
            <a:cxnSpLocks/>
          </p:cNvCxnSpPr>
          <p:nvPr/>
        </p:nvCxnSpPr>
        <p:spPr>
          <a:xfrm flipH="1">
            <a:off x="5851947" y="3944405"/>
            <a:ext cx="1" cy="3465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F3A5427B-F478-432B-A277-E91957A59AF4}"/>
              </a:ext>
            </a:extLst>
          </p:cNvPr>
          <p:cNvCxnSpPr>
            <a:cxnSpLocks/>
          </p:cNvCxnSpPr>
          <p:nvPr/>
        </p:nvCxnSpPr>
        <p:spPr>
          <a:xfrm flipH="1">
            <a:off x="3617543" y="3553745"/>
            <a:ext cx="1" cy="7257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3AE47F85-62DD-4417-9D9A-4110493A7BAB}"/>
              </a:ext>
            </a:extLst>
          </p:cNvPr>
          <p:cNvSpPr/>
          <p:nvPr/>
        </p:nvSpPr>
        <p:spPr>
          <a:xfrm>
            <a:off x="687848" y="4310503"/>
            <a:ext cx="1498989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2 Qubit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3EFAB11-A64B-4F8E-8337-E14C591A342D}"/>
              </a:ext>
            </a:extLst>
          </p:cNvPr>
          <p:cNvSpPr/>
          <p:nvPr/>
        </p:nvSpPr>
        <p:spPr>
          <a:xfrm>
            <a:off x="5047331" y="4293059"/>
            <a:ext cx="1619623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Gabungan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14F5839-A88F-4C37-B426-2D097E038290}"/>
              </a:ext>
            </a:extLst>
          </p:cNvPr>
          <p:cNvSpPr/>
          <p:nvPr/>
        </p:nvSpPr>
        <p:spPr>
          <a:xfrm>
            <a:off x="2890460" y="4289210"/>
            <a:ext cx="1498989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3 Qubit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C5A4045-D6A2-4C9A-9C58-80CF9081D585}"/>
              </a:ext>
            </a:extLst>
          </p:cNvPr>
          <p:cNvCxnSpPr>
            <a:cxnSpLocks/>
          </p:cNvCxnSpPr>
          <p:nvPr/>
        </p:nvCxnSpPr>
        <p:spPr>
          <a:xfrm>
            <a:off x="1417567" y="5028758"/>
            <a:ext cx="4463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2FF3B30-F5A9-413B-9D31-57361631BAB7}"/>
              </a:ext>
            </a:extLst>
          </p:cNvPr>
          <p:cNvCxnSpPr>
            <a:cxnSpLocks/>
          </p:cNvCxnSpPr>
          <p:nvPr/>
        </p:nvCxnSpPr>
        <p:spPr>
          <a:xfrm flipH="1" flipV="1">
            <a:off x="1419473" y="4795541"/>
            <a:ext cx="10249" cy="22845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3A4C304-839A-4474-BA75-375A8366FE2E}"/>
              </a:ext>
            </a:extLst>
          </p:cNvPr>
          <p:cNvCxnSpPr>
            <a:cxnSpLocks/>
          </p:cNvCxnSpPr>
          <p:nvPr/>
        </p:nvCxnSpPr>
        <p:spPr>
          <a:xfrm flipV="1">
            <a:off x="5869250" y="4778549"/>
            <a:ext cx="0" cy="2540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C21DFF1-D9E6-4854-9A0F-47D7BDC1156A}"/>
              </a:ext>
            </a:extLst>
          </p:cNvPr>
          <p:cNvCxnSpPr/>
          <p:nvPr/>
        </p:nvCxnSpPr>
        <p:spPr>
          <a:xfrm>
            <a:off x="3640545" y="4764873"/>
            <a:ext cx="0" cy="527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1714027-BC9D-4242-927B-1794C0BF2620}"/>
              </a:ext>
            </a:extLst>
          </p:cNvPr>
          <p:cNvCxnSpPr>
            <a:cxnSpLocks/>
          </p:cNvCxnSpPr>
          <p:nvPr/>
        </p:nvCxnSpPr>
        <p:spPr>
          <a:xfrm>
            <a:off x="3626083" y="7897505"/>
            <a:ext cx="9526" cy="7892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3C048B6-333B-4747-AB9F-0602FFDBC459}"/>
              </a:ext>
            </a:extLst>
          </p:cNvPr>
          <p:cNvSpPr/>
          <p:nvPr/>
        </p:nvSpPr>
        <p:spPr>
          <a:xfrm>
            <a:off x="677598" y="6453174"/>
            <a:ext cx="1498989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Dua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Qubit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4114A8-80D5-4FCA-A04D-B0541CC9737A}"/>
              </a:ext>
            </a:extLst>
          </p:cNvPr>
          <p:cNvSpPr/>
          <p:nvPr/>
        </p:nvSpPr>
        <p:spPr>
          <a:xfrm>
            <a:off x="5105627" y="6427774"/>
            <a:ext cx="1498989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Tiga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Qubit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D22369-057E-4F1F-8E95-CEB2593D0B41}"/>
              </a:ext>
            </a:extLst>
          </p:cNvPr>
          <p:cNvCxnSpPr>
            <a:stCxn id="36" idx="3"/>
            <a:endCxn id="38" idx="1"/>
          </p:cNvCxnSpPr>
          <p:nvPr/>
        </p:nvCxnSpPr>
        <p:spPr>
          <a:xfrm flipV="1">
            <a:off x="2176587" y="6665606"/>
            <a:ext cx="2929040" cy="25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465FC4-74A6-49C8-9612-8BFCE695BE65}"/>
              </a:ext>
            </a:extLst>
          </p:cNvPr>
          <p:cNvCxnSpPr>
            <a:cxnSpLocks/>
          </p:cNvCxnSpPr>
          <p:nvPr/>
        </p:nvCxnSpPr>
        <p:spPr>
          <a:xfrm flipV="1">
            <a:off x="1417568" y="5913829"/>
            <a:ext cx="1459021" cy="7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A20690-217F-4B4A-84D2-357072F701E4}"/>
              </a:ext>
            </a:extLst>
          </p:cNvPr>
          <p:cNvCxnSpPr>
            <a:cxnSpLocks/>
          </p:cNvCxnSpPr>
          <p:nvPr/>
        </p:nvCxnSpPr>
        <p:spPr>
          <a:xfrm flipV="1">
            <a:off x="4375578" y="5913828"/>
            <a:ext cx="1461591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C867A3-74F1-4219-AF01-D6A9E2C613F6}"/>
              </a:ext>
            </a:extLst>
          </p:cNvPr>
          <p:cNvCxnSpPr>
            <a:cxnSpLocks/>
          </p:cNvCxnSpPr>
          <p:nvPr/>
        </p:nvCxnSpPr>
        <p:spPr>
          <a:xfrm>
            <a:off x="1427092" y="5921088"/>
            <a:ext cx="1" cy="506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321AC56-77A5-419E-881E-7257F4455411}"/>
              </a:ext>
            </a:extLst>
          </p:cNvPr>
          <p:cNvCxnSpPr/>
          <p:nvPr/>
        </p:nvCxnSpPr>
        <p:spPr>
          <a:xfrm>
            <a:off x="5835648" y="5910048"/>
            <a:ext cx="1" cy="5066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3260FE6-2A93-41A6-BE4A-753BBD481636}"/>
              </a:ext>
            </a:extLst>
          </p:cNvPr>
          <p:cNvSpPr/>
          <p:nvPr/>
        </p:nvSpPr>
        <p:spPr>
          <a:xfrm>
            <a:off x="2732087" y="5292276"/>
            <a:ext cx="1834313" cy="4146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Matriks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Koefisien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18B25A-1ECC-4E00-B245-28CBD96F7CF8}"/>
              </a:ext>
            </a:extLst>
          </p:cNvPr>
          <p:cNvCxnSpPr>
            <a:endCxn id="42" idx="2"/>
          </p:cNvCxnSpPr>
          <p:nvPr/>
        </p:nvCxnSpPr>
        <p:spPr>
          <a:xfrm flipV="1">
            <a:off x="3617543" y="1412686"/>
            <a:ext cx="9886" cy="21410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A5A687-A90B-46DD-B7EC-903FC282BAAC}"/>
              </a:ext>
            </a:extLst>
          </p:cNvPr>
          <p:cNvCxnSpPr>
            <a:cxnSpLocks/>
          </p:cNvCxnSpPr>
          <p:nvPr/>
        </p:nvCxnSpPr>
        <p:spPr>
          <a:xfrm>
            <a:off x="2876589" y="5922748"/>
            <a:ext cx="15128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ABE89-AED6-4E9C-8EA4-96E76FC33646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3649244" y="5706962"/>
            <a:ext cx="0" cy="2124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DF68D34-EBB3-4DE6-B9FE-FBA2CA71A576}"/>
              </a:ext>
            </a:extLst>
          </p:cNvPr>
          <p:cNvSpPr/>
          <p:nvPr/>
        </p:nvSpPr>
        <p:spPr>
          <a:xfrm>
            <a:off x="5105627" y="7187811"/>
            <a:ext cx="1498989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W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0F9955-549D-49B1-8537-2BC11FE27573}"/>
              </a:ext>
            </a:extLst>
          </p:cNvPr>
          <p:cNvSpPr/>
          <p:nvPr/>
        </p:nvSpPr>
        <p:spPr>
          <a:xfrm>
            <a:off x="3051535" y="7187810"/>
            <a:ext cx="1498989" cy="47566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99" dirty="0" err="1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Keadaan</a:t>
            </a:r>
            <a:r>
              <a:rPr lang="en-US" sz="1199" dirty="0">
                <a:solidFill>
                  <a:sysClr val="windowText" lastClr="00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GHZ</a:t>
            </a:r>
            <a:endParaRPr lang="en-ID" sz="1199" dirty="0">
              <a:solidFill>
                <a:sysClr val="windowText" lastClr="00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B751FF-A6E2-4506-A7A1-3627CC184F2A}"/>
              </a:ext>
            </a:extLst>
          </p:cNvPr>
          <p:cNvCxnSpPr>
            <a:stCxn id="38" idx="2"/>
            <a:endCxn id="53" idx="0"/>
          </p:cNvCxnSpPr>
          <p:nvPr/>
        </p:nvCxnSpPr>
        <p:spPr>
          <a:xfrm>
            <a:off x="5855122" y="6903437"/>
            <a:ext cx="0" cy="2843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B21810-7439-4232-975E-09881E3E290A}"/>
              </a:ext>
            </a:extLst>
          </p:cNvPr>
          <p:cNvCxnSpPr/>
          <p:nvPr/>
        </p:nvCxnSpPr>
        <p:spPr>
          <a:xfrm flipH="1">
            <a:off x="3801029" y="7045624"/>
            <a:ext cx="205091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CAD44A-6AA0-455D-8AAC-F4CCB9E441AC}"/>
              </a:ext>
            </a:extLst>
          </p:cNvPr>
          <p:cNvCxnSpPr>
            <a:endCxn id="54" idx="0"/>
          </p:cNvCxnSpPr>
          <p:nvPr/>
        </p:nvCxnSpPr>
        <p:spPr>
          <a:xfrm>
            <a:off x="3801029" y="7045624"/>
            <a:ext cx="1" cy="1421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31064BE-2F12-40E1-87E9-04DB2CB2FB6B}"/>
              </a:ext>
            </a:extLst>
          </p:cNvPr>
          <p:cNvCxnSpPr>
            <a:stCxn id="36" idx="2"/>
          </p:cNvCxnSpPr>
          <p:nvPr/>
        </p:nvCxnSpPr>
        <p:spPr>
          <a:xfrm flipH="1">
            <a:off x="1424597" y="6928837"/>
            <a:ext cx="2496" cy="968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CF1F88C-F55B-4266-B8AF-0147B058F702}"/>
              </a:ext>
            </a:extLst>
          </p:cNvPr>
          <p:cNvCxnSpPr/>
          <p:nvPr/>
        </p:nvCxnSpPr>
        <p:spPr>
          <a:xfrm>
            <a:off x="1424597" y="7897505"/>
            <a:ext cx="220842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69F7C-8FE8-4FB7-B9B9-4F4CBCA3E01D}"/>
              </a:ext>
            </a:extLst>
          </p:cNvPr>
          <p:cNvCxnSpPr>
            <a:stCxn id="54" idx="2"/>
          </p:cNvCxnSpPr>
          <p:nvPr/>
        </p:nvCxnSpPr>
        <p:spPr>
          <a:xfrm flipH="1">
            <a:off x="3801029" y="7663473"/>
            <a:ext cx="1" cy="23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2F54B0-B9A5-4E42-B7E0-76DFE54058B0}"/>
              </a:ext>
            </a:extLst>
          </p:cNvPr>
          <p:cNvCxnSpPr/>
          <p:nvPr/>
        </p:nvCxnSpPr>
        <p:spPr>
          <a:xfrm>
            <a:off x="3617543" y="7897505"/>
            <a:ext cx="223440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319CD79-5896-429A-AE1E-CA43BC21F249}"/>
              </a:ext>
            </a:extLst>
          </p:cNvPr>
          <p:cNvCxnSpPr/>
          <p:nvPr/>
        </p:nvCxnSpPr>
        <p:spPr>
          <a:xfrm flipH="1">
            <a:off x="5871129" y="7676173"/>
            <a:ext cx="1" cy="2340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88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</TotalTime>
  <Words>26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Serif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ahmadaakbar30@gmail.com</dc:creator>
  <cp:lastModifiedBy>Tamara Pingki</cp:lastModifiedBy>
  <cp:revision>11</cp:revision>
  <dcterms:created xsi:type="dcterms:W3CDTF">2023-12-24T03:30:33Z</dcterms:created>
  <dcterms:modified xsi:type="dcterms:W3CDTF">2026-07-15T00:44:09Z</dcterms:modified>
</cp:coreProperties>
</file>